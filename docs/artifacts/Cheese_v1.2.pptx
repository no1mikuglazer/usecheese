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sset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8686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874520"/>
            <a:ext cx="73152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100" kern="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914400" y="2880360"/>
            <a:ext cx="73152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Browser-Based Chess Study Platform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3794760" y="361188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0E1521">
              <a:alpha val="80000"/>
            </a:srgbClr>
          </a:solidFill>
          <a:ln w="12700">
            <a:solidFill>
              <a:srgbClr val="63D8A4">
                <a:alpha val="55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794760" y="36118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sset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83464"/>
            <a:ext cx="2011680" cy="402336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932688"/>
            <a:ext cx="813816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4160520" cy="2743200"/>
          </a:xfrm>
          <a:prstGeom prst="roundRect">
            <a:avLst>
              <a:gd name="adj" fmla="val 4000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Cheese?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 is a browser-based chess study platform built entirely with client-side technologies — no account, no backend, no build step. Everything runs instantly in the browser, bringing a complete study workflow into one calm, cohesive workspace.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892040" y="1783080"/>
            <a:ext cx="1828800" cy="1298448"/>
          </a:xfrm>
          <a:prstGeom prst="roundRect">
            <a:avLst>
              <a:gd name="adj" fmla="val 7746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93208" y="2002536"/>
            <a:ext cx="512064" cy="512064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345" y="2135673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9842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715000" y="22951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Engine-backed study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976872" y="1783080"/>
            <a:ext cx="1828800" cy="1298448"/>
          </a:xfrm>
          <a:prstGeom prst="roundRect">
            <a:avLst>
              <a:gd name="adj" fmla="val 7746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8040" y="2002536"/>
            <a:ext cx="512064" cy="512064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177" y="2135673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99832" y="19842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799832" y="22951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vs Stockfish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92040" y="3227832"/>
            <a:ext cx="1828800" cy="1298448"/>
          </a:xfrm>
          <a:prstGeom prst="roundRect">
            <a:avLst>
              <a:gd name="adj" fmla="val 7746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93208" y="3447288"/>
            <a:ext cx="512064" cy="512064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345" y="358042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4290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Exploration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715000" y="3739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ECO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976872" y="3227832"/>
            <a:ext cx="1828800" cy="1298448"/>
          </a:xfrm>
          <a:prstGeom prst="roundRect">
            <a:avLst>
              <a:gd name="adj" fmla="val 7746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78040" y="3447288"/>
            <a:ext cx="512064" cy="512064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1177" y="3580425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99832" y="34290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Games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799832" y="3739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greats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sset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83464"/>
            <a:ext cx="2011680" cy="402336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932688"/>
            <a:ext cx="813816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92608" y="1691640"/>
            <a:ext cx="1975104" cy="1371600"/>
          </a:xfrm>
          <a:prstGeom prst="roundRect">
            <a:avLst>
              <a:gd name="adj" fmla="val 7333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52" y="1892808"/>
            <a:ext cx="548640" cy="54864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" y="2035454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" y="251460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Stockfish Analysis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75488" y="277063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engine lines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487168" y="1691640"/>
            <a:ext cx="1975104" cy="1371600"/>
          </a:xfrm>
          <a:prstGeom prst="roundRect">
            <a:avLst>
              <a:gd name="adj" fmla="val 7333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724912" y="1892808"/>
            <a:ext cx="548640" cy="54864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558" y="2035454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70048" y="251460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Explorer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670048" y="277063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openings by ECO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681728" y="1691640"/>
            <a:ext cx="1975104" cy="1371600"/>
          </a:xfrm>
          <a:prstGeom prst="roundRect">
            <a:avLst>
              <a:gd name="adj" fmla="val 7333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919472" y="1892808"/>
            <a:ext cx="548640" cy="54864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118" y="2035454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64608" y="251460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vs Stockfish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864608" y="277063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full games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876288" y="1691640"/>
            <a:ext cx="1975104" cy="1371600"/>
          </a:xfrm>
          <a:prstGeom prst="roundRect">
            <a:avLst>
              <a:gd name="adj" fmla="val 7333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114032" y="1892808"/>
            <a:ext cx="548640" cy="54864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6678" y="2035454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59168" y="251460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059168" y="277063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master games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1389888" y="3264408"/>
            <a:ext cx="1975104" cy="1371600"/>
          </a:xfrm>
          <a:prstGeom prst="roundRect">
            <a:avLst>
              <a:gd name="adj" fmla="val 7333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627632" y="3465576"/>
            <a:ext cx="548640" cy="54864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0278" y="3608222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72768" y="408736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PGN Import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1572768" y="43434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review games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3584448" y="3264408"/>
            <a:ext cx="1975104" cy="1371600"/>
          </a:xfrm>
          <a:prstGeom prst="roundRect">
            <a:avLst>
              <a:gd name="adj" fmla="val 7333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822192" y="3465576"/>
            <a:ext cx="548640" cy="54864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4838" y="3608222"/>
            <a:ext cx="263347" cy="26334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767328" y="408736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System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3767328" y="43434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analyses locally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5779008" y="3264408"/>
            <a:ext cx="1975104" cy="1371600"/>
          </a:xfrm>
          <a:prstGeom prst="roundRect">
            <a:avLst>
              <a:gd name="adj" fmla="val 7333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6016752" y="3465576"/>
            <a:ext cx="548640" cy="54864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9398" y="3608222"/>
            <a:ext cx="263347" cy="263347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961888" y="408736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Interface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5961888" y="43434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design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sset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83464"/>
            <a:ext cx="2011680" cy="402336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932688"/>
            <a:ext cx="813816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5074920" cy="2880360"/>
          </a:xfrm>
          <a:prstGeom prst="roundRect">
            <a:avLst>
              <a:gd name="adj" fmla="val 3810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938528"/>
            <a:ext cx="365760" cy="36576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2033626"/>
            <a:ext cx="175565" cy="1755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92024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against Stockfish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31520" y="2368296"/>
            <a:ext cx="365760" cy="36576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2463394"/>
            <a:ext cx="175565" cy="1755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35000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White or Black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731520" y="2798064"/>
            <a:ext cx="365760" cy="36576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8" y="2893162"/>
            <a:ext cx="175565" cy="17556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277977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finished games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731520" y="3227832"/>
            <a:ext cx="365760" cy="36576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8" y="3322930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320954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Checkmate &amp; draw detection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731520" y="3657600"/>
            <a:ext cx="365760" cy="36576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18" y="3752698"/>
            <a:ext cx="175565" cy="17556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34440" y="36393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 at any time</a:t>
            </a:r>
            <a:endParaRPr lang="en-US" sz="1450" dirty="0"/>
          </a:p>
        </p:txBody>
      </p:sp>
      <p:sp>
        <p:nvSpPr>
          <p:cNvPr id="22" name="Shape 14"/>
          <p:cNvSpPr/>
          <p:nvPr/>
        </p:nvSpPr>
        <p:spPr>
          <a:xfrm>
            <a:off x="731520" y="4087368"/>
            <a:ext cx="365760" cy="36576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618" y="4182466"/>
            <a:ext cx="175565" cy="17556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34440" y="406908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board orientation</a:t>
            </a:r>
            <a:endParaRPr lang="en-US" sz="1450" dirty="0"/>
          </a:p>
        </p:txBody>
      </p:sp>
      <p:sp>
        <p:nvSpPr>
          <p:cNvPr id="25" name="Shape 16"/>
          <p:cNvSpPr/>
          <p:nvPr/>
        </p:nvSpPr>
        <p:spPr>
          <a:xfrm>
            <a:off x="5806440" y="1737360"/>
            <a:ext cx="2834640" cy="2880360"/>
          </a:xfrm>
          <a:prstGeom prst="roundRect">
            <a:avLst>
              <a:gd name="adj" fmla="val 3871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2148840"/>
            <a:ext cx="731520" cy="7315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98932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vs Stockfish 18</a:t>
            </a:r>
            <a:endParaRPr lang="en-US" sz="1500" dirty="0"/>
          </a:p>
        </p:txBody>
      </p:sp>
      <p:sp>
        <p:nvSpPr>
          <p:cNvPr id="28" name="Text 18"/>
          <p:cNvSpPr/>
          <p:nvPr/>
        </p:nvSpPr>
        <p:spPr>
          <a:xfrm>
            <a:off x="6080760" y="3456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game against a world-class engine, right in the browser.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sset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83464"/>
            <a:ext cx="2011680" cy="402336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932688"/>
            <a:ext cx="813816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4617720" cy="2880360"/>
          </a:xfrm>
          <a:prstGeom prst="roundRect">
            <a:avLst>
              <a:gd name="adj" fmla="val 3810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938528"/>
            <a:ext cx="457200" cy="45720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05740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players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25880" y="2176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Legends of the game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267919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master games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325880" y="27980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deep, curated library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31520" y="3182112"/>
            <a:ext cx="457200" cy="45720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30098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PGN parsing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325880" y="34198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read on the fly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31520" y="3803904"/>
            <a:ext cx="457200" cy="457200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3922776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3785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loading into Analysis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325880" y="4041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study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349240" y="1737360"/>
            <a:ext cx="3291840" cy="2880360"/>
          </a:xfrm>
          <a:prstGeom prst="roundRect">
            <a:avLst>
              <a:gd name="adj" fmla="val 3810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5532120" y="19385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Players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5532120" y="239572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E1521">
              <a:alpha val="86000"/>
            </a:srgbClr>
          </a:solidFill>
          <a:ln w="12700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532120" y="239572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Carlsen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574536" y="239572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E1521">
              <a:alpha val="86000"/>
            </a:srgbClr>
          </a:solidFill>
          <a:ln w="12700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574536" y="239572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616952" y="239572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E1521">
              <a:alpha val="86000"/>
            </a:srgbClr>
          </a:solidFill>
          <a:ln w="12700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616952" y="239572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5532120" y="2889504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E1521">
              <a:alpha val="86000"/>
            </a:srgbClr>
          </a:solidFill>
          <a:ln w="12700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532120" y="288950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574536" y="2889504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E1521">
              <a:alpha val="86000"/>
            </a:srgbClr>
          </a:solidFill>
          <a:ln w="12700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574536" y="288950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Karpov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7616952" y="2889504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E1521">
              <a:alpha val="86000"/>
            </a:srgbClr>
          </a:solidFill>
          <a:ln w="12700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616952" y="288950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Botvinnik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5532120" y="338328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E1521">
              <a:alpha val="86000"/>
            </a:srgbClr>
          </a:solidFill>
          <a:ln w="12700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532120" y="33832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Nakamura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574536" y="338328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E1521">
              <a:alpha val="86000"/>
            </a:srgbClr>
          </a:solidFill>
          <a:ln w="12700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6574536" y="33832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Gukesh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sset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83464"/>
            <a:ext cx="2011680" cy="402336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932688"/>
            <a:ext cx="813816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92608" y="1691640"/>
            <a:ext cx="1975104" cy="1298448"/>
          </a:xfrm>
          <a:prstGeom prst="roundRect">
            <a:avLst>
              <a:gd name="adj" fmla="val 7746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020824"/>
            <a:ext cx="621792" cy="6217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7864" y="1691640"/>
            <a:ext cx="1005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2487168" y="1691640"/>
            <a:ext cx="1975104" cy="1298448"/>
          </a:xfrm>
          <a:prstGeom prst="roundRect">
            <a:avLst>
              <a:gd name="adj" fmla="val 7746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624" y="2020824"/>
            <a:ext cx="621792" cy="6217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92424" y="1691640"/>
            <a:ext cx="1005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681728" y="1691640"/>
            <a:ext cx="1975104" cy="1298448"/>
          </a:xfrm>
          <a:prstGeom prst="roundRect">
            <a:avLst>
              <a:gd name="adj" fmla="val 7746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2020824"/>
            <a:ext cx="621792" cy="6217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86984" y="1691640"/>
            <a:ext cx="1005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876288" y="1691640"/>
            <a:ext cx="1975104" cy="1298448"/>
          </a:xfrm>
          <a:prstGeom prst="roundRect">
            <a:avLst>
              <a:gd name="adj" fmla="val 7746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2020824"/>
            <a:ext cx="621792" cy="6217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781544" y="1691640"/>
            <a:ext cx="1005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chess.js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1389888" y="3209544"/>
            <a:ext cx="1975104" cy="1298448"/>
          </a:xfrm>
          <a:prstGeom prst="roundRect">
            <a:avLst>
              <a:gd name="adj" fmla="val 7746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9344" y="3538728"/>
            <a:ext cx="621792" cy="62179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295144" y="3209544"/>
            <a:ext cx="1005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Stockfish 18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3584448" y="3209544"/>
            <a:ext cx="1975104" cy="1298448"/>
          </a:xfrm>
          <a:prstGeom prst="roundRect">
            <a:avLst>
              <a:gd name="adj" fmla="val 7746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3904" y="3538728"/>
            <a:ext cx="621792" cy="62179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489704" y="3209544"/>
            <a:ext cx="1005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WebAssembly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5779008" y="3209544"/>
            <a:ext cx="1975104" cy="1298448"/>
          </a:xfrm>
          <a:prstGeom prst="roundRect">
            <a:avLst>
              <a:gd name="adj" fmla="val 7746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8464" y="3538728"/>
            <a:ext cx="621792" cy="6217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684264" y="3209544"/>
            <a:ext cx="1005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PGN Parsing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sset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83464"/>
            <a:ext cx="2011680" cy="402336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932688"/>
            <a:ext cx="813816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Statistics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3192" y="1737360"/>
            <a:ext cx="2615184" cy="1298448"/>
          </a:xfrm>
          <a:prstGeom prst="roundRect">
            <a:avLst>
              <a:gd name="adj" fmla="val 8451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93192" y="1883664"/>
            <a:ext cx="2615184" cy="658368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93192" y="257860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64408" y="1737360"/>
            <a:ext cx="2615184" cy="1298448"/>
          </a:xfrm>
          <a:prstGeom prst="roundRect">
            <a:avLst>
              <a:gd name="adj" fmla="val 8451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64408" y="1883664"/>
            <a:ext cx="2615184" cy="658368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264408" y="257860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Pages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35624" y="1737360"/>
            <a:ext cx="2615184" cy="1298448"/>
          </a:xfrm>
          <a:prstGeom prst="roundRect">
            <a:avLst>
              <a:gd name="adj" fmla="val 8451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35624" y="1883664"/>
            <a:ext cx="2615184" cy="658368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135624" y="257860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93192" y="3255264"/>
            <a:ext cx="2615184" cy="1298448"/>
          </a:xfrm>
          <a:prstGeom prst="roundRect">
            <a:avLst>
              <a:gd name="adj" fmla="val 8451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93192" y="3401568"/>
            <a:ext cx="2615184" cy="658368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393192" y="409651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264408" y="3255264"/>
            <a:ext cx="2615184" cy="1298448"/>
          </a:xfrm>
          <a:prstGeom prst="roundRect">
            <a:avLst>
              <a:gd name="adj" fmla="val 8451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264408" y="3401568"/>
            <a:ext cx="2615184" cy="658368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3264408" y="409651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System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135624" y="3255264"/>
            <a:ext cx="2615184" cy="1298448"/>
          </a:xfrm>
          <a:prstGeom prst="roundRect">
            <a:avLst>
              <a:gd name="adj" fmla="val 8451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135624" y="3401568"/>
            <a:ext cx="2615184" cy="658368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6135624" y="409651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Stockfish Engine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sset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83464"/>
            <a:ext cx="2011680" cy="402336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932688"/>
            <a:ext cx="813816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4813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future releases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" y="2057400"/>
            <a:ext cx="1591056" cy="1965960"/>
          </a:xfrm>
          <a:prstGeom prst="roundRect">
            <a:avLst>
              <a:gd name="adj" fmla="val 6897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" y="2377440"/>
            <a:ext cx="658368" cy="658368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20" y="2548616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" y="320040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System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66928" y="35661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3D8A4">
              <a:alpha val="18000"/>
            </a:srgbClr>
          </a:solidFill>
          <a:ln w="12700">
            <a:solidFill>
              <a:srgbClr val="63D8A4">
                <a:alpha val="5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002536" y="2057400"/>
            <a:ext cx="1591056" cy="1965960"/>
          </a:xfrm>
          <a:prstGeom prst="roundRect">
            <a:avLst>
              <a:gd name="adj" fmla="val 6897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68880" y="2377440"/>
            <a:ext cx="658368" cy="658368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056" y="2548616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93976" y="320040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Support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2340864" y="35661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3D8A4">
              <a:alpha val="18000"/>
            </a:srgbClr>
          </a:solidFill>
          <a:ln w="12700">
            <a:solidFill>
              <a:srgbClr val="63D8A4">
                <a:alpha val="55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340864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776472" y="2057400"/>
            <a:ext cx="1591056" cy="1965960"/>
          </a:xfrm>
          <a:prstGeom prst="roundRect">
            <a:avLst>
              <a:gd name="adj" fmla="val 6897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242816" y="2377440"/>
            <a:ext cx="658368" cy="658368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992" y="2548616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867912" y="320040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Master Games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114800" y="35661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3D8A4">
              <a:alpha val="18000"/>
            </a:srgbClr>
          </a:solidFill>
          <a:ln w="12700">
            <a:solidFill>
              <a:srgbClr val="63D8A4">
                <a:alpha val="5500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11480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5550408" y="2057400"/>
            <a:ext cx="1591056" cy="1965960"/>
          </a:xfrm>
          <a:prstGeom prst="roundRect">
            <a:avLst>
              <a:gd name="adj" fmla="val 6897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016752" y="2377440"/>
            <a:ext cx="658368" cy="658368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7928" y="2548616"/>
            <a:ext cx="316017" cy="31601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41848" y="320040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Bots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888736" y="35661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3D8A4">
              <a:alpha val="18000"/>
            </a:srgbClr>
          </a:solidFill>
          <a:ln w="12700">
            <a:solidFill>
              <a:srgbClr val="63D8A4">
                <a:alpha val="55000"/>
              </a:srgbClr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888736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7324344" y="2057400"/>
            <a:ext cx="1591056" cy="1965960"/>
          </a:xfrm>
          <a:prstGeom prst="roundRect">
            <a:avLst>
              <a:gd name="adj" fmla="val 6897"/>
            </a:avLst>
          </a:prstGeom>
          <a:solidFill>
            <a:srgbClr val="0E1521">
              <a:alpha val="7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7790688" y="2377440"/>
            <a:ext cx="658368" cy="658368"/>
          </a:xfrm>
          <a:prstGeom prst="ellipse">
            <a:avLst/>
          </a:prstGeom>
          <a:solidFill>
            <a:srgbClr val="63D8A4">
              <a:alpha val="16000"/>
            </a:srgbClr>
          </a:solidFill>
          <a:ln w="12700">
            <a:solidFill>
              <a:srgbClr val="63D8A4">
                <a:alpha val="60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1864" y="2548616"/>
            <a:ext cx="316017" cy="31601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415784" y="320040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7662672" y="35661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3D8A4">
              <a:alpha val="18000"/>
            </a:srgbClr>
          </a:solidFill>
          <a:ln w="12700">
            <a:solidFill>
              <a:srgbClr val="63D8A4">
                <a:alpha val="5500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7662672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sset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77724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691640"/>
            <a:ext cx="73152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3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 v1.2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Vihaan Productions™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Cheese v1.2</dc:title>
  <dc:subject>PptxGenJS Presentation</dc:subject>
  <dc:creator>Vihaan Productions</dc:creator>
  <cp:lastModifiedBy>Vihaan Productions</cp:lastModifiedBy>
  <cp:revision>1</cp:revision>
  <dcterms:created xsi:type="dcterms:W3CDTF">2026-07-02T12:31:32Z</dcterms:created>
  <dcterms:modified xsi:type="dcterms:W3CDTF">2026-07-02T12:31:32Z</dcterms:modified>
</cp:coreProperties>
</file>